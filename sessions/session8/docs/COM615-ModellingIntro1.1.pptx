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0" r:id="rId2"/>
    <p:sldId id="553" r:id="rId3"/>
    <p:sldId id="557" r:id="rId4"/>
    <p:sldId id="554" r:id="rId5"/>
    <p:sldId id="560" r:id="rId6"/>
    <p:sldId id="558" r:id="rId7"/>
    <p:sldId id="562" r:id="rId8"/>
    <p:sldId id="555" r:id="rId9"/>
    <p:sldId id="556" r:id="rId10"/>
    <p:sldId id="561" r:id="rId11"/>
  </p:sldIdLst>
  <p:sldSz cx="9906000" cy="6858000" type="A4"/>
  <p:notesSz cx="9774238" cy="6724650"/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5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7">
          <p15:clr>
            <a:srgbClr val="A4A3A4"/>
          </p15:clr>
        </p15:guide>
        <p15:guide id="2" pos="307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D3E"/>
    <a:srgbClr val="339966"/>
    <a:srgbClr val="9DBEFF"/>
    <a:srgbClr val="990000"/>
    <a:srgbClr val="143E29"/>
    <a:srgbClr val="246E49"/>
    <a:srgbClr val="292929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6437A-9557-4C25-BB19-AF2AA2839CF4}" v="11" dt="2025-11-18T08:22:32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49" autoAdjust="0"/>
    <p:restoredTop sz="86268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1356" y="318"/>
      </p:cViewPr>
      <p:guideLst>
        <p:guide orient="horz" pos="1525"/>
        <p:guide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 showGuides="1">
      <p:cViewPr varScale="1">
        <p:scale>
          <a:sx n="85" d="100"/>
          <a:sy n="85" d="100"/>
        </p:scale>
        <p:origin x="-2196" y="-78"/>
      </p:cViewPr>
      <p:guideLst>
        <p:guide orient="horz" pos="2117"/>
        <p:guide pos="307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Gallen" userId="6909cb59-446a-41c4-8358-684896245918" providerId="ADAL" clId="{6224B7F1-8B34-4E56-BB58-17B83B137E53}"/>
    <pc:docChg chg="custSel addSld delSld modSld sldOrd">
      <pc:chgData name="Craig Gallen" userId="6909cb59-446a-41c4-8358-684896245918" providerId="ADAL" clId="{6224B7F1-8B34-4E56-BB58-17B83B137E53}" dt="2025-11-18T08:27:23.966" v="261"/>
      <pc:docMkLst>
        <pc:docMk/>
      </pc:docMkLst>
      <pc:sldChg chg="modSp mod">
        <pc:chgData name="Craig Gallen" userId="6909cb59-446a-41c4-8358-684896245918" providerId="ADAL" clId="{6224B7F1-8B34-4E56-BB58-17B83B137E53}" dt="2025-11-18T08:22:58.800" v="245" actId="15"/>
        <pc:sldMkLst>
          <pc:docMk/>
          <pc:sldMk cId="655133556" sldId="553"/>
        </pc:sldMkLst>
        <pc:spChg chg="mod">
          <ac:chgData name="Craig Gallen" userId="6909cb59-446a-41c4-8358-684896245918" providerId="ADAL" clId="{6224B7F1-8B34-4E56-BB58-17B83B137E53}" dt="2025-11-18T08:22:58.800" v="245" actId="15"/>
          <ac:spMkLst>
            <pc:docMk/>
            <pc:sldMk cId="655133556" sldId="553"/>
            <ac:spMk id="3" creationId="{00000000-0000-0000-0000-000000000000}"/>
          </ac:spMkLst>
        </pc:spChg>
      </pc:sldChg>
      <pc:sldChg chg="modSp mod ord">
        <pc:chgData name="Craig Gallen" userId="6909cb59-446a-41c4-8358-684896245918" providerId="ADAL" clId="{6224B7F1-8B34-4E56-BB58-17B83B137E53}" dt="2025-11-18T08:25:38.478" v="251"/>
        <pc:sldMkLst>
          <pc:docMk/>
          <pc:sldMk cId="913156762" sldId="554"/>
        </pc:sldMkLst>
        <pc:spChg chg="mod">
          <ac:chgData name="Craig Gallen" userId="6909cb59-446a-41c4-8358-684896245918" providerId="ADAL" clId="{6224B7F1-8B34-4E56-BB58-17B83B137E53}" dt="2025-11-18T07:42:22.119" v="0" actId="20577"/>
          <ac:spMkLst>
            <pc:docMk/>
            <pc:sldMk cId="913156762" sldId="554"/>
            <ac:spMk id="3" creationId="{845AEB80-18F0-42A8-9A91-114A46AB1B82}"/>
          </ac:spMkLst>
        </pc:spChg>
      </pc:sldChg>
      <pc:sldChg chg="ord">
        <pc:chgData name="Craig Gallen" userId="6909cb59-446a-41c4-8358-684896245918" providerId="ADAL" clId="{6224B7F1-8B34-4E56-BB58-17B83B137E53}" dt="2025-11-18T08:27:23.966" v="261"/>
        <pc:sldMkLst>
          <pc:docMk/>
          <pc:sldMk cId="1883145763" sldId="557"/>
        </pc:sldMkLst>
      </pc:sldChg>
      <pc:sldChg chg="ord">
        <pc:chgData name="Craig Gallen" userId="6909cb59-446a-41c4-8358-684896245918" providerId="ADAL" clId="{6224B7F1-8B34-4E56-BB58-17B83B137E53}" dt="2025-11-18T08:25:33.856" v="249"/>
        <pc:sldMkLst>
          <pc:docMk/>
          <pc:sldMk cId="559373451" sldId="558"/>
        </pc:sldMkLst>
      </pc:sldChg>
      <pc:sldChg chg="ord">
        <pc:chgData name="Craig Gallen" userId="6909cb59-446a-41c4-8358-684896245918" providerId="ADAL" clId="{6224B7F1-8B34-4E56-BB58-17B83B137E53}" dt="2025-11-18T08:26:31.709" v="255"/>
        <pc:sldMkLst>
          <pc:docMk/>
          <pc:sldMk cId="1789685025" sldId="560"/>
        </pc:sldMkLst>
      </pc:sldChg>
      <pc:sldChg chg="ord">
        <pc:chgData name="Craig Gallen" userId="6909cb59-446a-41c4-8358-684896245918" providerId="ADAL" clId="{6224B7F1-8B34-4E56-BB58-17B83B137E53}" dt="2025-11-18T08:25:33.856" v="249"/>
        <pc:sldMkLst>
          <pc:docMk/>
          <pc:sldMk cId="2330624241" sldId="562"/>
        </pc:sldMkLst>
      </pc:sldChg>
      <pc:sldChg chg="modSp new del mod ord">
        <pc:chgData name="Craig Gallen" userId="6909cb59-446a-41c4-8358-684896245918" providerId="ADAL" clId="{6224B7F1-8B34-4E56-BB58-17B83B137E53}" dt="2025-11-18T08:06:08.623" v="114" actId="47"/>
        <pc:sldMkLst>
          <pc:docMk/>
          <pc:sldMk cId="2582035438" sldId="563"/>
        </pc:sldMkLst>
        <pc:spChg chg="mod">
          <ac:chgData name="Craig Gallen" userId="6909cb59-446a-41c4-8358-684896245918" providerId="ADAL" clId="{6224B7F1-8B34-4E56-BB58-17B83B137E53}" dt="2025-11-18T08:01:14.454" v="53" actId="20577"/>
          <ac:spMkLst>
            <pc:docMk/>
            <pc:sldMk cId="2582035438" sldId="563"/>
            <ac:spMk id="2" creationId="{4EBB4E7D-12EA-66B9-9DB0-DFA48F46270A}"/>
          </ac:spMkLst>
        </pc:spChg>
        <pc:spChg chg="mod">
          <ac:chgData name="Craig Gallen" userId="6909cb59-446a-41c4-8358-684896245918" providerId="ADAL" clId="{6224B7F1-8B34-4E56-BB58-17B83B137E53}" dt="2025-11-18T08:06:01.475" v="113" actId="21"/>
          <ac:spMkLst>
            <pc:docMk/>
            <pc:sldMk cId="2582035438" sldId="563"/>
            <ac:spMk id="3" creationId="{9991A3B7-72A6-6727-A967-309B2AC6AED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172619" cy="273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157" tIns="41775" rIns="85157" bIns="41775" numCol="1" anchor="t" anchorCtr="0" compatLnSpc="1">
            <a:prstTxWarp prst="textNoShape">
              <a:avLst/>
            </a:prstTxWarp>
            <a:spAutoFit/>
          </a:bodyPr>
          <a:lstStyle>
            <a:lvl1pPr algn="l" defTabSz="937374">
              <a:defRPr sz="120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9601620" y="1"/>
            <a:ext cx="172619" cy="273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157" tIns="41775" rIns="85157" bIns="41775" numCol="1" anchor="t" anchorCtr="0" compatLnSpc="1">
            <a:prstTxWarp prst="textNoShape">
              <a:avLst/>
            </a:prstTxWarp>
            <a:spAutoFit/>
          </a:bodyPr>
          <a:lstStyle>
            <a:lvl1pPr algn="r" defTabSz="937374">
              <a:defRPr sz="120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23980"/>
            <a:ext cx="172619" cy="273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157" tIns="41775" rIns="85157" bIns="41775" numCol="1" anchor="b" anchorCtr="0" compatLnSpc="1">
            <a:prstTxWarp prst="textNoShape">
              <a:avLst/>
            </a:prstTxWarp>
            <a:spAutoFit/>
          </a:bodyPr>
          <a:lstStyle>
            <a:lvl1pPr algn="l" defTabSz="937374">
              <a:defRPr sz="120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9405725" y="6423980"/>
            <a:ext cx="368513" cy="273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5157" tIns="41775" rIns="85157" bIns="41775" numCol="1" anchor="b" anchorCtr="0" compatLnSpc="1">
            <a:prstTxWarp prst="textNoShape">
              <a:avLst/>
            </a:prstTxWarp>
            <a:spAutoFit/>
          </a:bodyPr>
          <a:lstStyle>
            <a:lvl1pPr algn="r" defTabSz="937374">
              <a:defRPr sz="120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23173B6F-1C26-42F6-889B-B6CE9DE33C6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2336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34514" cy="283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88" tIns="46595" rIns="93188" bIns="46595" numCol="1" anchor="t" anchorCtr="0" compatLnSpc="1">
            <a:prstTxWarp prst="textNoShape">
              <a:avLst/>
            </a:prstTxWarp>
            <a:spAutoFit/>
          </a:bodyPr>
          <a:lstStyle>
            <a:lvl1pPr algn="l" defTabSz="937374">
              <a:defRPr sz="1200" smtClean="0">
                <a:solidFill>
                  <a:srgbClr val="FFFF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39725" y="1"/>
            <a:ext cx="4234514" cy="283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88" tIns="46595" rIns="93188" bIns="46595" numCol="1" anchor="t" anchorCtr="0" compatLnSpc="1">
            <a:prstTxWarp prst="textNoShape">
              <a:avLst/>
            </a:prstTxWarp>
            <a:spAutoFit/>
          </a:bodyPr>
          <a:lstStyle>
            <a:lvl1pPr algn="r" defTabSz="937374">
              <a:defRPr sz="1200" smtClean="0">
                <a:solidFill>
                  <a:srgbClr val="FFFF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71813" y="504825"/>
            <a:ext cx="3638550" cy="25193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02086" y="3193449"/>
            <a:ext cx="7170067" cy="1239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88" tIns="46595" rIns="93188" bIns="46595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41504"/>
            <a:ext cx="4234514" cy="283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88" tIns="46595" rIns="93188" bIns="46595" numCol="1" anchor="b" anchorCtr="0" compatLnSpc="1">
            <a:prstTxWarp prst="textNoShape">
              <a:avLst/>
            </a:prstTxWarp>
            <a:spAutoFit/>
          </a:bodyPr>
          <a:lstStyle>
            <a:lvl1pPr algn="l" defTabSz="937374">
              <a:defRPr sz="1200" smtClean="0">
                <a:solidFill>
                  <a:srgbClr val="FFFF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39725" y="6441504"/>
            <a:ext cx="4234514" cy="283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88" tIns="46595" rIns="93188" bIns="46595" numCol="1" anchor="b" anchorCtr="0" compatLnSpc="1">
            <a:prstTxWarp prst="textNoShape">
              <a:avLst/>
            </a:prstTxWarp>
            <a:spAutoFit/>
          </a:bodyPr>
          <a:lstStyle>
            <a:lvl1pPr algn="r" defTabSz="937374">
              <a:defRPr sz="1200" smtClean="0">
                <a:solidFill>
                  <a:srgbClr val="FFFF00"/>
                </a:solidFill>
                <a:latin typeface="Arial" charset="0"/>
              </a:defRPr>
            </a:lvl1pPr>
          </a:lstStyle>
          <a:p>
            <a:pPr>
              <a:defRPr/>
            </a:pPr>
            <a:fld id="{526F3C13-27BE-4DC8-9E92-A4A15C16D1F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5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4300" indent="-11430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571500" indent="-11430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028700" indent="-11430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85900" indent="-11430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943100" indent="-11430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7374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38537" indent="-284052" defTabSz="937374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36210" indent="-227242" defTabSz="937374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590695" indent="-227242" defTabSz="937374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45179" indent="-227242" defTabSz="937374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499663" indent="-227242" algn="ctr" defTabSz="9373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54147" indent="-227242" algn="ctr" defTabSz="9373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08632" indent="-227242" algn="ctr" defTabSz="9373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63115" indent="-227242" algn="ctr" defTabSz="9373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51D90E7E-ADEF-4761-BB6B-196D130960B9}" type="slidenum">
              <a:rPr lang="en-GB">
                <a:solidFill>
                  <a:srgbClr val="FFFF00"/>
                </a:solidFill>
              </a:rPr>
              <a:pPr/>
              <a:t>0</a:t>
            </a:fld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71813" y="504825"/>
            <a:ext cx="3640137" cy="2519363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2086" y="3193449"/>
            <a:ext cx="7170067" cy="278766"/>
          </a:xfr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31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2535238" y="2421416"/>
            <a:ext cx="5810886" cy="511807"/>
          </a:xfrm>
        </p:spPr>
        <p:txBody>
          <a:bodyPr wrap="none" lIns="82550" tIns="41275" rIns="82550" bIns="41275" anchor="ctr"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2547938" y="3295650"/>
            <a:ext cx="6197600" cy="357188"/>
          </a:xfrm>
        </p:spPr>
        <p:txBody>
          <a:bodyPr lIns="82550" tIns="41275" rIns="82550" bIns="41275" anchor="ctr"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GB" noProof="0"/>
              <a:t>Click to edit Master subtitle style</a:t>
            </a:r>
          </a:p>
        </p:txBody>
      </p:sp>
      <p:pic>
        <p:nvPicPr>
          <p:cNvPr id="11" name="Picture 2" descr="C:\Users\cgallen\Pictures\solentUni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408" y="1"/>
            <a:ext cx="2031245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5"/>
          <p:cNvSpPr>
            <a:spLocks noChangeArrowheads="1"/>
          </p:cNvSpPr>
          <p:nvPr userDrawn="1"/>
        </p:nvSpPr>
        <p:spPr bwMode="auto">
          <a:xfrm>
            <a:off x="5976938" y="6608763"/>
            <a:ext cx="3929062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0" rIns="82550" bIns="0">
            <a:spAutoFit/>
          </a:bodyPr>
          <a:lstStyle/>
          <a:p>
            <a:pPr algn="r">
              <a:tabLst>
                <a:tab pos="538163" algn="l"/>
              </a:tabLst>
            </a:pPr>
            <a:r>
              <a:rPr lang="en-GB" sz="900" dirty="0">
                <a:solidFill>
                  <a:srgbClr val="FF0000"/>
                </a:solidFill>
                <a:latin typeface="Garamond" pitchFamily="18" charset="0"/>
              </a:rPr>
              <a:t>slide - </a:t>
            </a:r>
            <a:fld id="{BB277E4E-1E33-4488-8EAA-C11FCCCFA207}" type="slidenum">
              <a:rPr lang="en-GB" sz="900">
                <a:solidFill>
                  <a:srgbClr val="FF0000"/>
                </a:solidFill>
                <a:latin typeface="Garamond" pitchFamily="18" charset="0"/>
              </a:rPr>
              <a:pPr algn="r">
                <a:tabLst>
                  <a:tab pos="538163" algn="l"/>
                </a:tabLst>
              </a:pPr>
              <a:t>‹#›</a:t>
            </a:fld>
            <a:endParaRPr lang="en-GB" sz="900" dirty="0">
              <a:solidFill>
                <a:srgbClr val="FF0000"/>
              </a:solidFill>
              <a:latin typeface="Garamond" pitchFamily="18" charset="0"/>
            </a:endParaRPr>
          </a:p>
        </p:txBody>
      </p:sp>
      <p:sp>
        <p:nvSpPr>
          <p:cNvPr id="16" name="Rectangle 9"/>
          <p:cNvSpPr>
            <a:spLocks noChangeArrowheads="1"/>
          </p:cNvSpPr>
          <p:nvPr userDrawn="1"/>
        </p:nvSpPr>
        <p:spPr bwMode="auto">
          <a:xfrm>
            <a:off x="153988" y="6608763"/>
            <a:ext cx="3929062" cy="13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0" rIns="82550" bIns="0">
            <a:spAutoFit/>
          </a:bodyPr>
          <a:lstStyle/>
          <a:p>
            <a:pPr algn="l">
              <a:tabLst>
                <a:tab pos="538163" algn="l"/>
              </a:tabLst>
            </a:pPr>
            <a:r>
              <a:rPr lang="en-US" sz="900" dirty="0">
                <a:solidFill>
                  <a:srgbClr val="FF0000"/>
                </a:solidFill>
                <a:latin typeface="Garamond" pitchFamily="18" charset="0"/>
              </a:rPr>
              <a:t>© Craig Gallen 2021</a:t>
            </a:r>
          </a:p>
        </p:txBody>
      </p:sp>
    </p:spTree>
    <p:extLst>
      <p:ext uri="{BB962C8B-B14F-4D97-AF65-F5344CB8AC3E}">
        <p14:creationId xmlns:p14="http://schemas.microsoft.com/office/powerpoint/2010/main" val="380491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9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878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6213" y="838200"/>
            <a:ext cx="4687887" cy="5454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6500" y="838200"/>
            <a:ext cx="4689475" cy="5454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538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64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126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431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210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487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381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24725" y="207963"/>
            <a:ext cx="2381250" cy="60848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213" y="207963"/>
            <a:ext cx="6996112" cy="60848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80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gray">
          <a:xfrm>
            <a:off x="176213" y="838200"/>
            <a:ext cx="9529762" cy="545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 This is the first level bullet</a:t>
            </a:r>
          </a:p>
          <a:p>
            <a:pPr lvl="2"/>
            <a:r>
              <a:rPr lang="en-GB" dirty="0"/>
              <a:t>This is the second level bullet</a:t>
            </a:r>
          </a:p>
          <a:p>
            <a:pPr lvl="3"/>
            <a:r>
              <a:rPr lang="en-GB" dirty="0"/>
              <a:t>This is the third level bullet</a:t>
            </a:r>
          </a:p>
          <a:p>
            <a:pPr lvl="4"/>
            <a:r>
              <a:rPr lang="en-GB" dirty="0"/>
              <a:t>This is the forth level bullet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gray">
          <a:xfrm>
            <a:off x="176213" y="207963"/>
            <a:ext cx="6937027" cy="428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6038" tIns="0" rIns="46038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dirty="0"/>
              <a:t>Title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5976938" y="6608763"/>
            <a:ext cx="3929062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0" rIns="82550" bIns="0">
            <a:spAutoFit/>
          </a:bodyPr>
          <a:lstStyle/>
          <a:p>
            <a:pPr algn="r">
              <a:tabLst>
                <a:tab pos="538163" algn="l"/>
              </a:tabLst>
            </a:pPr>
            <a:r>
              <a:rPr lang="en-GB" sz="900" dirty="0">
                <a:solidFill>
                  <a:srgbClr val="FF0000"/>
                </a:solidFill>
                <a:latin typeface="Garamond" pitchFamily="18" charset="0"/>
              </a:rPr>
              <a:t>slide - </a:t>
            </a:r>
            <a:fld id="{BB277E4E-1E33-4488-8EAA-C11FCCCFA207}" type="slidenum">
              <a:rPr lang="en-GB" sz="900">
                <a:solidFill>
                  <a:srgbClr val="FF0000"/>
                </a:solidFill>
                <a:latin typeface="Garamond" pitchFamily="18" charset="0"/>
              </a:rPr>
              <a:pPr algn="r">
                <a:tabLst>
                  <a:tab pos="538163" algn="l"/>
                </a:tabLst>
              </a:pPr>
              <a:t>‹#›</a:t>
            </a:fld>
            <a:endParaRPr lang="en-GB" sz="900" dirty="0">
              <a:solidFill>
                <a:srgbClr val="FF0000"/>
              </a:solidFill>
              <a:latin typeface="Garamond" pitchFamily="18" charset="0"/>
            </a:endParaRPr>
          </a:p>
        </p:txBody>
      </p:sp>
      <p:sp>
        <p:nvSpPr>
          <p:cNvPr id="1029" name="Rectangle 9"/>
          <p:cNvSpPr>
            <a:spLocks noChangeArrowheads="1"/>
          </p:cNvSpPr>
          <p:nvPr userDrawn="1"/>
        </p:nvSpPr>
        <p:spPr bwMode="auto">
          <a:xfrm>
            <a:off x="153988" y="6608763"/>
            <a:ext cx="3929062" cy="13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550" tIns="0" rIns="82550" bIns="0">
            <a:spAutoFit/>
          </a:bodyPr>
          <a:lstStyle/>
          <a:p>
            <a:pPr algn="l">
              <a:tabLst>
                <a:tab pos="538163" algn="l"/>
              </a:tabLst>
            </a:pPr>
            <a:r>
              <a:rPr lang="en-US" sz="900" dirty="0">
                <a:solidFill>
                  <a:srgbClr val="FF0000"/>
                </a:solidFill>
                <a:latin typeface="Garamond" pitchFamily="18" charset="0"/>
              </a:rPr>
              <a:t>© Craig Gallen 2021</a:t>
            </a:r>
          </a:p>
        </p:txBody>
      </p:sp>
      <p:pic>
        <p:nvPicPr>
          <p:cNvPr id="10" name="Picture 2" descr="C:\Users\cgallen\Pictures\solentUni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408" y="1"/>
            <a:ext cx="2031245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33996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33996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33996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33996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33996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33996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33996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200" b="1">
          <a:solidFill>
            <a:srgbClr val="339966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9250" indent="-349250" algn="l" rtl="0" eaLnBrk="0" fontAlgn="base" hangingPunct="0">
        <a:spcBef>
          <a:spcPct val="10000"/>
        </a:spcBef>
        <a:spcAft>
          <a:spcPct val="0"/>
        </a:spcAft>
        <a:buClr>
          <a:srgbClr val="990000"/>
        </a:buClr>
        <a:buSzPct val="110000"/>
        <a:buChar char="•"/>
        <a:defRPr b="1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36550" algn="l" rtl="0" eaLnBrk="0" fontAlgn="base" hangingPunct="0">
        <a:spcBef>
          <a:spcPct val="10000"/>
        </a:spcBef>
        <a:spcAft>
          <a:spcPct val="0"/>
        </a:spcAft>
        <a:buClr>
          <a:srgbClr val="003399"/>
        </a:buClr>
        <a:buChar char="—"/>
        <a:defRPr sz="1600">
          <a:solidFill>
            <a:schemeClr val="tx1"/>
          </a:solidFill>
          <a:latin typeface="+mn-lt"/>
        </a:defRPr>
      </a:lvl2pPr>
      <a:lvl3pPr marL="1146175" indent="-231775" algn="l" rtl="0" eaLnBrk="0" fontAlgn="base" hangingPunct="0">
        <a:spcBef>
          <a:spcPct val="10000"/>
        </a:spcBef>
        <a:spcAft>
          <a:spcPct val="0"/>
        </a:spcAft>
        <a:buClr>
          <a:srgbClr val="003399"/>
        </a:buClr>
        <a:buChar char="–"/>
        <a:defRPr sz="1600">
          <a:solidFill>
            <a:schemeClr val="tx1"/>
          </a:solidFill>
          <a:latin typeface="+mn-lt"/>
        </a:defRPr>
      </a:lvl3pPr>
      <a:lvl4pPr marL="1485900" indent="-225425" algn="l" rtl="0" eaLnBrk="0" fontAlgn="base" hangingPunct="0">
        <a:spcBef>
          <a:spcPct val="10000"/>
        </a:spcBef>
        <a:spcAft>
          <a:spcPct val="0"/>
        </a:spcAft>
        <a:buClr>
          <a:srgbClr val="003399"/>
        </a:buClr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10000"/>
        </a:spcBef>
        <a:spcAft>
          <a:spcPct val="0"/>
        </a:spcAft>
        <a:buClr>
          <a:srgbClr val="003399"/>
        </a:buClr>
        <a:buChar char="–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10000"/>
        </a:spcBef>
        <a:spcAft>
          <a:spcPct val="0"/>
        </a:spcAft>
        <a:buClr>
          <a:srgbClr val="003399"/>
        </a:buClr>
        <a:buChar char="–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10000"/>
        </a:spcBef>
        <a:spcAft>
          <a:spcPct val="0"/>
        </a:spcAft>
        <a:buClr>
          <a:srgbClr val="003399"/>
        </a:buClr>
        <a:buChar char="–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10000"/>
        </a:spcBef>
        <a:spcAft>
          <a:spcPct val="0"/>
        </a:spcAft>
        <a:buClr>
          <a:srgbClr val="003399"/>
        </a:buClr>
        <a:buChar char="–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10000"/>
        </a:spcBef>
        <a:spcAft>
          <a:spcPct val="0"/>
        </a:spcAft>
        <a:buClr>
          <a:srgbClr val="003399"/>
        </a:buClr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wmisdk/common-information-model" TargetMode="External"/><Relationship Id="rId2" Type="http://schemas.openxmlformats.org/officeDocument/2006/relationships/hyperlink" Target="https://www.dmtf.org/standards/cim/cim_schema_v255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mforum.org/MODA/index.htm" TargetMode="External"/><Relationship Id="rId4" Type="http://schemas.openxmlformats.org/officeDocument/2006/relationships/hyperlink" Target="https://www.dmtf.org/standards/redfish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4" name="Rectangle 1028"/>
          <p:cNvSpPr>
            <a:spLocks noGrp="1" noChangeArrowheads="1"/>
          </p:cNvSpPr>
          <p:nvPr>
            <p:ph type="ctrTitle"/>
          </p:nvPr>
        </p:nvSpPr>
        <p:spPr>
          <a:xfrm>
            <a:off x="1712640" y="874179"/>
            <a:ext cx="7663791" cy="1368708"/>
          </a:xfrm>
        </p:spPr>
        <p:txBody>
          <a:bodyPr wrap="square"/>
          <a:lstStyle/>
          <a:p>
            <a:pPr>
              <a:defRPr/>
            </a:pPr>
            <a:r>
              <a:rPr lang="en-GB" dirty="0"/>
              <a:t>COM615 </a:t>
            </a:r>
            <a:br>
              <a:rPr lang="en-GB" dirty="0"/>
            </a:br>
            <a:r>
              <a:rPr lang="en-GB" dirty="0"/>
              <a:t>Service Modelling Introduction</a:t>
            </a:r>
            <a:br>
              <a:rPr lang="en-GB" dirty="0">
                <a:solidFill>
                  <a:srgbClr val="339966"/>
                </a:solidFill>
              </a:rPr>
            </a:br>
            <a:endParaRPr lang="en-GB" dirty="0">
              <a:solidFill>
                <a:srgbClr val="339966"/>
              </a:solidFill>
            </a:endParaRPr>
          </a:p>
        </p:txBody>
      </p:sp>
      <p:sp>
        <p:nvSpPr>
          <p:cNvPr id="3077" name="Rectangle 1029"/>
          <p:cNvSpPr txBox="1">
            <a:spLocks noChangeArrowheads="1"/>
          </p:cNvSpPr>
          <p:nvPr/>
        </p:nvSpPr>
        <p:spPr bwMode="auto">
          <a:xfrm>
            <a:off x="1712640" y="1882338"/>
            <a:ext cx="4085221" cy="100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96" rIns="82296">
            <a:spAutoFit/>
          </a:bodyPr>
          <a:lstStyle>
            <a:lvl1pPr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endParaRPr lang="en-GB" i="1" spc="20" dirty="0">
              <a:solidFill>
                <a:srgbClr val="333333"/>
              </a:solidFill>
            </a:endParaRP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r>
              <a:rPr lang="en-GB" b="1" i="1" spc="20" dirty="0">
                <a:solidFill>
                  <a:schemeClr val="bg1">
                    <a:lumMod val="50000"/>
                  </a:schemeClr>
                </a:solidFill>
              </a:rPr>
              <a:t>Dr Craig </a:t>
            </a:r>
            <a:r>
              <a:rPr lang="en-GB" b="1" i="1" spc="20" dirty="0" err="1">
                <a:solidFill>
                  <a:schemeClr val="bg1">
                    <a:lumMod val="50000"/>
                  </a:schemeClr>
                </a:solidFill>
              </a:rPr>
              <a:t>Gallen</a:t>
            </a:r>
            <a:r>
              <a:rPr lang="en-GB" b="1" i="1" spc="2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b="1" i="1" spc="20" dirty="0" err="1">
                <a:solidFill>
                  <a:schemeClr val="bg1">
                    <a:lumMod val="50000"/>
                  </a:schemeClr>
                </a:solidFill>
              </a:rPr>
              <a:t>Eng.D</a:t>
            </a:r>
            <a:r>
              <a:rPr lang="en-GB" b="1" i="1" spc="20" dirty="0">
                <a:solidFill>
                  <a:schemeClr val="bg1">
                    <a:lumMod val="50000"/>
                  </a:schemeClr>
                </a:solidFill>
              </a:rPr>
              <a:t> MIEE, </a:t>
            </a:r>
            <a:r>
              <a:rPr lang="en-GB" b="1" i="1" spc="20" dirty="0" err="1">
                <a:solidFill>
                  <a:schemeClr val="bg1">
                    <a:lumMod val="50000"/>
                  </a:schemeClr>
                </a:solidFill>
              </a:rPr>
              <a:t>C.Eng</a:t>
            </a:r>
            <a:endParaRPr lang="en-GB" b="1" i="1" spc="20" dirty="0">
              <a:solidFill>
                <a:schemeClr val="bg1">
                  <a:lumMod val="50000"/>
                </a:schemeClr>
              </a:solidFill>
            </a:endParaRP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endParaRPr lang="en-GB" b="1" spc="20" dirty="0">
              <a:solidFill>
                <a:schemeClr val="bg1">
                  <a:lumMod val="50000"/>
                </a:schemeClr>
              </a:solidFill>
            </a:endParaRP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endParaRPr lang="en-GB" sz="1400" spc="20" dirty="0">
              <a:solidFill>
                <a:srgbClr val="333333"/>
              </a:solidFill>
            </a:endParaRPr>
          </a:p>
        </p:txBody>
      </p:sp>
      <p:sp>
        <p:nvSpPr>
          <p:cNvPr id="3079" name="Rectangle 1029"/>
          <p:cNvSpPr txBox="1">
            <a:spLocks noChangeArrowheads="1"/>
          </p:cNvSpPr>
          <p:nvPr/>
        </p:nvSpPr>
        <p:spPr bwMode="auto">
          <a:xfrm>
            <a:off x="1727468" y="2906569"/>
            <a:ext cx="27033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96" rIns="82296">
            <a:spAutoFit/>
          </a:bodyPr>
          <a:lstStyle>
            <a:lvl1pPr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444500" algn="l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r>
              <a:rPr lang="en-GB" sz="1200" dirty="0">
                <a:solidFill>
                  <a:srgbClr val="333333"/>
                </a:solidFill>
              </a:rPr>
              <a:t>Craig Gallen</a:t>
            </a: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endParaRPr lang="en-GB" sz="1200" dirty="0">
              <a:solidFill>
                <a:srgbClr val="333333"/>
              </a:solidFill>
            </a:endParaRP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r>
              <a:rPr lang="en-GB" sz="1200" dirty="0">
                <a:solidFill>
                  <a:srgbClr val="333333"/>
                </a:solidFill>
              </a:rPr>
              <a:t>Email 	: craig.gallen@solent.ac.uk</a:t>
            </a: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endParaRPr lang="en-GB" sz="1200" dirty="0">
              <a:solidFill>
                <a:srgbClr val="333333"/>
              </a:solidFill>
            </a:endParaRP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r>
              <a:rPr lang="en-GB" sz="1200" dirty="0">
                <a:solidFill>
                  <a:srgbClr val="333333"/>
                </a:solidFill>
              </a:rPr>
              <a:t>Desk : JM506 ( Mondays / Tuesdays)</a:t>
            </a: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endParaRPr lang="en-GB" sz="1200" dirty="0">
              <a:solidFill>
                <a:srgbClr val="333333"/>
              </a:solidFill>
            </a:endParaRP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r>
              <a:rPr lang="en-GB" sz="1200" dirty="0">
                <a:solidFill>
                  <a:srgbClr val="333333"/>
                </a:solidFill>
              </a:rPr>
              <a:t>Mobile: +44 (0) 7789 938012</a:t>
            </a: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endParaRPr lang="en-GB" sz="1200" dirty="0">
              <a:solidFill>
                <a:srgbClr val="333333"/>
              </a:solidFill>
            </a:endParaRPr>
          </a:p>
          <a:p>
            <a:pPr algn="l">
              <a:lnSpc>
                <a:spcPct val="80000"/>
              </a:lnSpc>
              <a:spcBef>
                <a:spcPct val="10000"/>
              </a:spcBef>
              <a:buClr>
                <a:srgbClr val="990000"/>
              </a:buClr>
              <a:buSzPct val="110000"/>
            </a:pPr>
            <a:endParaRPr lang="en-GB" sz="1200" dirty="0">
              <a:solidFill>
                <a:srgbClr val="333333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560009" y="3977631"/>
            <a:ext cx="1816422" cy="2350454"/>
            <a:chOff x="7236766" y="3861047"/>
            <a:chExt cx="2046427" cy="2626487"/>
          </a:xfrm>
        </p:grpSpPr>
        <p:pic>
          <p:nvPicPr>
            <p:cNvPr id="8199" name="Picture 7" descr="C:\Users\cgallen\Documents\workfolder\entimoss\events\trainingworkshopsJune2014\presentation\workup\MarkusCraig3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913" r="-587"/>
            <a:stretch/>
          </p:blipFill>
          <p:spPr bwMode="auto">
            <a:xfrm>
              <a:off x="7236766" y="4252334"/>
              <a:ext cx="1622340" cy="223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Callout 1"/>
            <p:cNvSpPr/>
            <p:nvPr/>
          </p:nvSpPr>
          <p:spPr bwMode="auto">
            <a:xfrm>
              <a:off x="8368793" y="3861047"/>
              <a:ext cx="914400" cy="435905"/>
            </a:xfrm>
            <a:prstGeom prst="wedgeEllipseCallout">
              <a:avLst>
                <a:gd name="adj1" fmla="val -43910"/>
                <a:gd name="adj2" fmla="val 114136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2800" tIns="46800" rIns="828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Craig</a:t>
              </a:r>
            </a:p>
          </p:txBody>
        </p:sp>
      </p:grpSp>
      <p:pic>
        <p:nvPicPr>
          <p:cNvPr id="15362" name="Picture 2" descr="C:\Users\cgallen\Pictures\solentUni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608" y="4381970"/>
            <a:ext cx="3971896" cy="149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Management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13" y="1331259"/>
            <a:ext cx="9529762" cy="4961591"/>
          </a:xfrm>
        </p:spPr>
        <p:txBody>
          <a:bodyPr/>
          <a:lstStyle/>
          <a:p>
            <a:r>
              <a:rPr lang="en-GB" sz="2000" b="0" dirty="0"/>
              <a:t>Models</a:t>
            </a:r>
          </a:p>
          <a:p>
            <a:pPr lvl="1"/>
            <a:r>
              <a:rPr lang="en-GB" dirty="0"/>
              <a:t>DMTF Common information model (CIM)</a:t>
            </a:r>
          </a:p>
          <a:p>
            <a:pPr lvl="2"/>
            <a:r>
              <a:rPr lang="en-GB" dirty="0">
                <a:hlinkClick r:id="rId2"/>
              </a:rPr>
              <a:t>https://www.dmtf.org/standards/cim/cim_schema_v2550</a:t>
            </a:r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Microsoft WMI</a:t>
            </a:r>
          </a:p>
          <a:p>
            <a:pPr lvl="2"/>
            <a:r>
              <a:rPr lang="en-GB" dirty="0">
                <a:hlinkClick r:id="rId3"/>
              </a:rPr>
              <a:t>https://learn.microsoft.com/en-us/windows/win32/wmisdk/common-information-model</a:t>
            </a:r>
            <a:endParaRPr lang="en-GB" dirty="0"/>
          </a:p>
          <a:p>
            <a:pPr lvl="2"/>
            <a:endParaRPr lang="en-GB" dirty="0"/>
          </a:p>
          <a:p>
            <a:pPr lvl="1"/>
            <a:r>
              <a:rPr lang="en-GB" dirty="0"/>
              <a:t>DMTF Redfish </a:t>
            </a:r>
            <a:r>
              <a:rPr lang="en-GB" dirty="0">
                <a:hlinkClick r:id="rId4"/>
              </a:rPr>
              <a:t>https://www.dmtf.org/standards/redfish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TM Forum Information Framework (SID)</a:t>
            </a:r>
          </a:p>
          <a:p>
            <a:pPr lvl="2"/>
            <a:r>
              <a:rPr lang="en-GB" dirty="0">
                <a:hlinkClick r:id="rId5"/>
              </a:rPr>
              <a:t>https://www.tmforum.org/MODA/index.htm</a:t>
            </a:r>
            <a:endParaRPr lang="en-GB" dirty="0"/>
          </a:p>
          <a:p>
            <a:pPr marL="0" indent="0">
              <a:buNone/>
            </a:pPr>
            <a:endParaRPr lang="en-GB" sz="2000" b="0" dirty="0"/>
          </a:p>
          <a:p>
            <a:r>
              <a:rPr lang="en-GB" sz="2000" b="0" dirty="0"/>
              <a:t>The following diagrams are taken from </a:t>
            </a:r>
          </a:p>
          <a:p>
            <a:pPr lvl="1"/>
            <a:r>
              <a:rPr lang="en-GB" sz="1800" dirty="0"/>
              <a:t>Dr </a:t>
            </a:r>
            <a:r>
              <a:rPr lang="en-GB" sz="1800" b="0" dirty="0"/>
              <a:t>John Strassner DEN-NG (Major contribution to SID)</a:t>
            </a:r>
            <a:endParaRPr lang="en-GB" sz="2000" b="0" dirty="0"/>
          </a:p>
          <a:p>
            <a:pPr lvl="1"/>
            <a:r>
              <a:rPr lang="en-GB" sz="1800" b="0" dirty="0"/>
              <a:t>Policy-Based Network Management,: Solutions for the Next Generation (The Morgan Kaufmann Series in Networking) Hardcover by John </a:t>
            </a:r>
            <a:r>
              <a:rPr lang="en-GB" sz="1800" b="0" dirty="0" err="1"/>
              <a:t>Strassner</a:t>
            </a:r>
            <a:r>
              <a:rPr lang="en-GB" sz="1800" b="0" dirty="0"/>
              <a:t> (Author) 2003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65513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9785-C12F-4436-A554-37DEB7BF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Modelling Network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EB80-18F0-42A8-9A91-114A46AB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F3ADFED8-E3BB-4BD0-8916-222FF5922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77" y="1515531"/>
            <a:ext cx="7671348" cy="457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4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9785-C12F-4436-A554-37DEB7BF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3" y="207963"/>
            <a:ext cx="7493989" cy="856901"/>
          </a:xfrm>
        </p:spPr>
        <p:txBody>
          <a:bodyPr/>
          <a:lstStyle/>
          <a:p>
            <a:r>
              <a:rPr lang="en-GB" dirty="0"/>
              <a:t>Modelling Good and Bad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EB80-18F0-42A8-9A91-114A46AB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391B753A-16C5-4415-A1C0-5888AEF4D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30" y="3635980"/>
            <a:ext cx="4103262" cy="2286000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47F2314C-2EA8-44E0-BD4B-D3995CCF6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158" y="1557767"/>
            <a:ext cx="5617334" cy="4015516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6F9F6B5-1ADD-4D1A-BF60-0D1C059D3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69" y="1045179"/>
            <a:ext cx="4510802" cy="238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5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9785-C12F-4436-A554-37DEB7BF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 Roles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CD8627B-80F1-4543-972F-347A959601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895350"/>
            <a:ext cx="6858000" cy="589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85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9785-C12F-4436-A554-37DEB7BF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Specifications vs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EB80-18F0-42A8-9A91-114A46AB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4D3406C-EF25-447A-8E90-6E4D04EF1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361" y="1578470"/>
            <a:ext cx="7037331" cy="425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7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9785-C12F-4436-A554-37DEB7BF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 Service Resource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EB80-18F0-42A8-9A91-114A46AB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42855640-2076-4D42-99D5-A46D85034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40" y="1195387"/>
            <a:ext cx="6857920" cy="530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2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9785-C12F-4436-A554-37DEB7BF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Party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EB80-18F0-42A8-9A91-114A46AB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9C4CC7B-2D34-448E-86E1-246DB6131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832" y="1725556"/>
            <a:ext cx="6567223" cy="34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1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9785-C12F-4436-A554-37DEB7BF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Party Role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EB80-18F0-42A8-9A91-114A46AB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3F25618-18F9-4518-BBE6-C219BBEE9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35" y="1942651"/>
            <a:ext cx="8017564" cy="407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36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9785-C12F-4436-A554-37DEB7BF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3" y="207963"/>
            <a:ext cx="6937027" cy="428451"/>
          </a:xfrm>
        </p:spPr>
        <p:txBody>
          <a:bodyPr/>
          <a:lstStyle/>
          <a:p>
            <a:r>
              <a:rPr lang="en-GB" dirty="0"/>
              <a:t>Business interactions and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EB80-18F0-42A8-9A91-114A46AB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A12B038F-2749-4093-A45C-9B3BFAF98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24" y="1077912"/>
            <a:ext cx="7045529" cy="470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8474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97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presentation9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triangl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82800" tIns="46800" rIns="828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presentation97 1">
        <a:dk1>
          <a:srgbClr val="000000"/>
        </a:dk1>
        <a:lt1>
          <a:srgbClr val="FFFFFF"/>
        </a:lt1>
        <a:dk2>
          <a:srgbClr val="FFCC00"/>
        </a:dk2>
        <a:lt2>
          <a:srgbClr val="336699"/>
        </a:lt2>
        <a:accent1>
          <a:srgbClr val="660066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005CE7"/>
        </a:accent6>
        <a:hlink>
          <a:srgbClr val="33CC33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2">
        <a:dk1>
          <a:srgbClr val="969696"/>
        </a:dk1>
        <a:lt1>
          <a:srgbClr val="F8F8F8"/>
        </a:lt1>
        <a:dk2>
          <a:srgbClr val="000000"/>
        </a:dk2>
        <a:lt2>
          <a:srgbClr val="FFCC00"/>
        </a:lt2>
        <a:accent1>
          <a:srgbClr val="660066"/>
        </a:accent1>
        <a:accent2>
          <a:srgbClr val="3333CC"/>
        </a:accent2>
        <a:accent3>
          <a:srgbClr val="AAAAAA"/>
        </a:accent3>
        <a:accent4>
          <a:srgbClr val="D4D4D4"/>
        </a:accent4>
        <a:accent5>
          <a:srgbClr val="B8AAB8"/>
        </a:accent5>
        <a:accent6>
          <a:srgbClr val="2D2DB9"/>
        </a:accent6>
        <a:hlink>
          <a:srgbClr val="CCCCFF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97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97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10">
        <a:dk1>
          <a:srgbClr val="000000"/>
        </a:dk1>
        <a:lt1>
          <a:srgbClr val="FFFFFF"/>
        </a:lt1>
        <a:dk2>
          <a:srgbClr val="FFCC00"/>
        </a:dk2>
        <a:lt2>
          <a:srgbClr val="336699"/>
        </a:lt2>
        <a:accent1>
          <a:srgbClr val="660066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005CE7"/>
        </a:accent6>
        <a:hlink>
          <a:srgbClr val="FF33CC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11">
        <a:dk1>
          <a:srgbClr val="000000"/>
        </a:dk1>
        <a:lt1>
          <a:srgbClr val="FFFFFF"/>
        </a:lt1>
        <a:dk2>
          <a:srgbClr val="FFCC00"/>
        </a:dk2>
        <a:lt2>
          <a:srgbClr val="005084"/>
        </a:lt2>
        <a:accent1>
          <a:srgbClr val="660066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005CE7"/>
        </a:accent6>
        <a:hlink>
          <a:srgbClr val="FF33CC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12">
        <a:dk1>
          <a:srgbClr val="000000"/>
        </a:dk1>
        <a:lt1>
          <a:srgbClr val="FFFFFF"/>
        </a:lt1>
        <a:dk2>
          <a:srgbClr val="FF9933"/>
        </a:dk2>
        <a:lt2>
          <a:srgbClr val="005084"/>
        </a:lt2>
        <a:accent1>
          <a:srgbClr val="6600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2DB9B9"/>
        </a:accent6>
        <a:hlink>
          <a:srgbClr val="CC3399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97 13">
        <a:dk1>
          <a:srgbClr val="000000"/>
        </a:dk1>
        <a:lt1>
          <a:srgbClr val="FFFFFF"/>
        </a:lt1>
        <a:dk2>
          <a:srgbClr val="FF9933"/>
        </a:dk2>
        <a:lt2>
          <a:srgbClr val="0066CC"/>
        </a:lt2>
        <a:accent1>
          <a:srgbClr val="660066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008A8A"/>
        </a:accent6>
        <a:hlink>
          <a:srgbClr val="CC3399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Office\Modèles\presentation97.pot</Template>
  <TotalTime>28517</TotalTime>
  <Words>198</Words>
  <Application>Microsoft Office PowerPoint</Application>
  <PresentationFormat>A4 Paper (210x297 mm)</PresentationFormat>
  <Paragraphs>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presentation97</vt:lpstr>
      <vt:lpstr>COM615  Service Modelling Introduction </vt:lpstr>
      <vt:lpstr>Network Management Models</vt:lpstr>
      <vt:lpstr>Modelling Network Devices</vt:lpstr>
      <vt:lpstr>Modelling Good and Bad Approaches</vt:lpstr>
      <vt:lpstr>Resource Roles</vt:lpstr>
      <vt:lpstr>Specifications vs Entities</vt:lpstr>
      <vt:lpstr>Product Service Resource</vt:lpstr>
      <vt:lpstr>Simple Party Model</vt:lpstr>
      <vt:lpstr>Party Role Pattern</vt:lpstr>
      <vt:lpstr>Business interactions and roles</vt:lpstr>
    </vt:vector>
  </TitlesOfParts>
  <Company>Northern Telecom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 OEM Tour 20 May 1999</dc:title>
  <dc:subject>positioning the new Nortel+Bay Networks</dc:subject>
  <dc:creator>barlier</dc:creator>
  <cp:lastModifiedBy>Craig Gallen</cp:lastModifiedBy>
  <cp:revision>1067</cp:revision>
  <cp:lastPrinted>2018-01-03T17:01:30Z</cp:lastPrinted>
  <dcterms:created xsi:type="dcterms:W3CDTF">1999-06-01T17:11:58Z</dcterms:created>
  <dcterms:modified xsi:type="dcterms:W3CDTF">2025-11-18T08:27:25Z</dcterms:modified>
</cp:coreProperties>
</file>